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ora" panose="020B0604020202020204" charset="0"/>
      <p:regular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23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10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53315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OLA Electric Chatbot using IBM Watson Assistant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00565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MBA Project Presentation  |  Developed by: </a:t>
            </a:r>
            <a:r>
              <a:rPr lang="en-US" sz="1550" b="1" dirty="0" err="1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Jaijyot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and </a:t>
            </a:r>
            <a:r>
              <a:rPr lang="en-US" sz="1550" b="1" dirty="0" err="1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Sidhant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3326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Intents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83097"/>
            <a:ext cx="7017071" cy="33196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4697512"/>
            <a:ext cx="5355595" cy="671413"/>
          </a:xfrm>
          <a:prstGeom prst="roundRect">
            <a:avLst>
              <a:gd name="adj" fmla="val 2897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827662" y="4827091"/>
            <a:ext cx="509644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Vehicle Intents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7662" y="5068193"/>
            <a:ext cx="509644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Vehicle_info, Roadster, S1 — model-specific product queries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37915" y="4697512"/>
            <a:ext cx="5355694" cy="671413"/>
          </a:xfrm>
          <a:prstGeom prst="roundRect">
            <a:avLst>
              <a:gd name="adj" fmla="val 2897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6267492" y="4827091"/>
            <a:ext cx="509654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Greeting Intent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67492" y="5068193"/>
            <a:ext cx="509654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 intent detects opening messages and initiates conversation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8086" y="5453162"/>
            <a:ext cx="5355595" cy="671413"/>
          </a:xfrm>
          <a:prstGeom prst="roundRect">
            <a:avLst>
              <a:gd name="adj" fmla="val 2897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827662" y="5582741"/>
            <a:ext cx="509644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Ride Intent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7662" y="5823843"/>
            <a:ext cx="509644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Test_ride intent triggers the automated booking workflow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37915" y="5453162"/>
            <a:ext cx="5355694" cy="671413"/>
          </a:xfrm>
          <a:prstGeom prst="roundRect">
            <a:avLst>
              <a:gd name="adj" fmla="val 2897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267492" y="5582741"/>
            <a:ext cx="509654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Support Intents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7492" y="5823843"/>
            <a:ext cx="509654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 and Spare_parts intents handle after-sales queries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2987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 Entities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861741"/>
            <a:ext cx="349370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 Entity: </a:t>
            </a:r>
            <a:r>
              <a:rPr lang="en-US" sz="1650" dirty="0">
                <a:solidFill>
                  <a:srgbClr val="0066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@s1_model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98086" y="2287290"/>
            <a:ext cx="3493702" cy="207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entity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@s1_model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created for OLA model recognition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Values defined: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S1 Air, S1 X, S1 Pro, S1 Pro Plus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model-specific query recognition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chatbot accuracy and response precision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8086" y="4547691"/>
            <a:ext cx="3493702" cy="1198662"/>
          </a:xfrm>
          <a:prstGeom prst="roundRect">
            <a:avLst>
              <a:gd name="adj" fmla="val 2247"/>
            </a:avLst>
          </a:prstGeom>
          <a:solidFill>
            <a:srgbClr val="7906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68" y="4787503"/>
            <a:ext cx="224328" cy="179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378" y="4737894"/>
            <a:ext cx="2730928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entities allow the chatbot to pinpoint exactly which OLA scooter model the customer is asking about.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268" y="3150295"/>
            <a:ext cx="6177403" cy="1327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61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Entities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66280"/>
            <a:ext cx="6846716" cy="2685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147391"/>
            <a:ext cx="346215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Pre-Built Watson System Entities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933402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three entities are essential for the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test ride booking process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automatic entity extraction is enabled.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800798"/>
            <a:ext cx="3465525" cy="15009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507" y="5025628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66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@sys-date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24507" y="5438577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date extraction from user input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3035" y="4800798"/>
            <a:ext cx="3465525" cy="15009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89457" y="5025628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66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@sys-time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689457" y="5438577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time extraction for scheduling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985" y="4800798"/>
            <a:ext cx="3465624" cy="15009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54407" y="5025628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66C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@sys-number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354407" y="5438577"/>
            <a:ext cx="29143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 value recognition and validation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4377"/>
            <a:ext cx="10795524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Dialog Nodes — Part 1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47651"/>
            <a:ext cx="3708903" cy="31613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4284166"/>
            <a:ext cx="5397762" cy="4618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3474" y="4812804"/>
            <a:ext cx="516698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Welcome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13474" y="5022652"/>
            <a:ext cx="51669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 greeting and chatbot introduction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4284166"/>
            <a:ext cx="5397762" cy="4618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1236" y="4812804"/>
            <a:ext cx="516698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Vehicle_info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211236" y="5022652"/>
            <a:ext cx="51669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General product information and portfolio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5283895"/>
            <a:ext cx="5397762" cy="4618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3474" y="5812532"/>
            <a:ext cx="516698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Roadster &amp; S1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813474" y="6022380"/>
            <a:ext cx="51669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Model-specific details and specifications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48" y="5283895"/>
            <a:ext cx="5397762" cy="4618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11236" y="5812532"/>
            <a:ext cx="516698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Service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6211236" y="6022380"/>
            <a:ext cx="51669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Support, maintenance, and service queries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8665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Dialog Nodes — Part 2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166" y="1465560"/>
            <a:ext cx="5348054" cy="4641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0283" y="2406551"/>
            <a:ext cx="350957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Completing the Conversation Flow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90283" y="2799953"/>
            <a:ext cx="3509577" cy="24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Test_ride: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Automates the ride booking workflow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Location: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Helps users find the nearest showroom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Spare_parts: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Delivers parts availability information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Thank_you: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Graceful conversation closure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Anything_else: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Fallback handling for unrecognized inputs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847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Ride Slots — Slot Filling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62162"/>
            <a:ext cx="8636379" cy="32160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4617343"/>
            <a:ext cx="10795524" cy="1687711"/>
          </a:xfrm>
          <a:prstGeom prst="roundRect">
            <a:avLst>
              <a:gd name="adj" fmla="val 1396"/>
            </a:avLst>
          </a:prstGeom>
          <a:solidFill>
            <a:srgbClr val="444752"/>
          </a:solidFill>
          <a:ln/>
        </p:spPr>
      </p:sp>
      <p:sp>
        <p:nvSpPr>
          <p:cNvPr id="5" name="Shape 2"/>
          <p:cNvSpPr/>
          <p:nvPr/>
        </p:nvSpPr>
        <p:spPr>
          <a:xfrm>
            <a:off x="698086" y="4617343"/>
            <a:ext cx="5397762" cy="843855"/>
          </a:xfrm>
          <a:custGeom>
            <a:avLst/>
            <a:gdLst/>
            <a:ahLst/>
            <a:cxnLst/>
            <a:rect l="l" t="t" r="r" b="b"/>
            <a:pathLst>
              <a:path w="5397762" h="843855">
                <a:moveTo>
                  <a:pt x="19636" y="0"/>
                </a:moveTo>
                <a:lnTo>
                  <a:pt x="5397762" y="0"/>
                </a:lnTo>
                <a:lnTo>
                  <a:pt x="5397762" y="843855"/>
                </a:lnTo>
                <a:lnTo>
                  <a:pt x="0" y="843855"/>
                </a:lnTo>
                <a:lnTo>
                  <a:pt x="0" y="19637"/>
                </a:lnTo>
                <a:arcTo wR="19636" hR="19637" stAng="10800000" swAng="5400000"/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855145" y="4774406"/>
            <a:ext cx="50836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Date Collection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5145" y="5079603"/>
            <a:ext cx="508364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@sys-date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extract preferred test ride date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5848" y="4617343"/>
            <a:ext cx="5397762" cy="843855"/>
          </a:xfrm>
          <a:custGeom>
            <a:avLst/>
            <a:gdLst/>
            <a:ahLst/>
            <a:cxnLst/>
            <a:rect l="l" t="t" r="r" b="b"/>
            <a:pathLst>
              <a:path w="5397762" h="843855">
                <a:moveTo>
                  <a:pt x="0" y="0"/>
                </a:moveTo>
                <a:lnTo>
                  <a:pt x="5378126" y="0"/>
                </a:lnTo>
                <a:arcTo wR="19636" hR="19637" stAng="16200000" swAng="5400000"/>
                <a:lnTo>
                  <a:pt x="5397762" y="843855"/>
                </a:lnTo>
                <a:lnTo>
                  <a:pt x="0" y="843855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48" y="4617343"/>
            <a:ext cx="19050" cy="843855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0" name="Text 7"/>
          <p:cNvSpPr/>
          <p:nvPr/>
        </p:nvSpPr>
        <p:spPr>
          <a:xfrm>
            <a:off x="6252907" y="4774406"/>
            <a:ext cx="50836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 Collection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52907" y="5079603"/>
            <a:ext cx="508364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@sys-time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extract preferred appointment time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8086" y="5461198"/>
            <a:ext cx="5397762" cy="843855"/>
          </a:xfrm>
          <a:custGeom>
            <a:avLst/>
            <a:gdLst/>
            <a:ahLst/>
            <a:cxnLst/>
            <a:rect l="l" t="t" r="r" b="b"/>
            <a:pathLst>
              <a:path w="5397762" h="843855">
                <a:moveTo>
                  <a:pt x="0" y="0"/>
                </a:moveTo>
                <a:lnTo>
                  <a:pt x="5397762" y="0"/>
                </a:lnTo>
                <a:lnTo>
                  <a:pt x="5397762" y="843855"/>
                </a:lnTo>
                <a:lnTo>
                  <a:pt x="19636" y="843855"/>
                </a:lnTo>
                <a:arcTo wR="19636" hR="19637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13" name="Shape 10"/>
          <p:cNvSpPr/>
          <p:nvPr/>
        </p:nvSpPr>
        <p:spPr>
          <a:xfrm>
            <a:off x="698086" y="5461198"/>
            <a:ext cx="5397762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4" name="Text 11"/>
          <p:cNvSpPr/>
          <p:nvPr/>
        </p:nvSpPr>
        <p:spPr>
          <a:xfrm>
            <a:off x="855145" y="5618262"/>
            <a:ext cx="50836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55145" y="5923459"/>
            <a:ext cx="508364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Ensures complete information before processing the booking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5848" y="5461198"/>
            <a:ext cx="5397762" cy="843855"/>
          </a:xfrm>
          <a:custGeom>
            <a:avLst/>
            <a:gdLst/>
            <a:ahLst/>
            <a:cxnLst/>
            <a:rect l="l" t="t" r="r" b="b"/>
            <a:pathLst>
              <a:path w="5397762" h="843855">
                <a:moveTo>
                  <a:pt x="0" y="0"/>
                </a:moveTo>
                <a:lnTo>
                  <a:pt x="5397762" y="0"/>
                </a:lnTo>
                <a:lnTo>
                  <a:pt x="5397762" y="824219"/>
                </a:lnTo>
                <a:arcTo wR="19636" hR="19637" stAng="0" swAng="5400000"/>
                <a:lnTo>
                  <a:pt x="0" y="843855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48" y="5461198"/>
            <a:ext cx="19050" cy="843855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48" y="5461198"/>
            <a:ext cx="5397762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9" name="Text 16"/>
          <p:cNvSpPr/>
          <p:nvPr/>
        </p:nvSpPr>
        <p:spPr>
          <a:xfrm>
            <a:off x="6252907" y="5618262"/>
            <a:ext cx="50836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Confirmation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252907" y="5923459"/>
            <a:ext cx="508364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booking confirmation sent to the customer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929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 Chatbot Interface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243237"/>
            <a:ext cx="6846716" cy="3257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114550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Highlights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607270"/>
            <a:ext cx="3462152" cy="315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Welcome screen with </a:t>
            </a:r>
            <a:r>
              <a:rPr lang="en-US" sz="1550" b="1" dirty="0">
                <a:solidFill>
                  <a:srgbClr val="0066CC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OLA branding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scooter imagery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Professional, clean chat interface design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User-friendly interaction experience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</a:t>
            </a:r>
            <a:r>
              <a:rPr lang="en-US" sz="1550" b="1" dirty="0">
                <a:solidFill>
                  <a:srgbClr val="0066CC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IBM Watson Assistant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Responsive layout optimized for customer engagement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95233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30262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681460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technologies powering the OLA Electric Chatbot built on IBM Watson Assistant.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135981"/>
          <a:ext cx="10795524" cy="3878962"/>
        </p:xfrm>
        <a:graphic>
          <a:graphicData uri="http://schemas.openxmlformats.org/drawingml/2006/table">
            <a:tbl>
              <a:tblPr/>
              <a:tblGrid>
                <a:gridCol w="323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Technology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Purpose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IBM Watson Assistant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Core chatbot development and NLP platform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IBM Cloud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Cloud deployment and hosting infrastructure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Intents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User query recognition and intent classification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Entities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Data extraction and entity recognition (custom &amp; system)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Dialog Nodes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Conversation flow logic and response control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Slots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Information collection, validation, and booking automation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4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NLP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Natural language processing and user intent understanding</a:t>
                      </a:r>
                      <a:endParaRPr lang="en-US" sz="1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0802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54520" y="2393851"/>
            <a:ext cx="5441615" cy="2956024"/>
          </a:xfrm>
          <a:prstGeom prst="roundRect">
            <a:avLst>
              <a:gd name="adj" fmla="val 1012"/>
            </a:avLst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753944" y="2593280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Outcomes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3944" y="3086001"/>
            <a:ext cx="5042766" cy="2194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Successfully developed an OLA Electric chatbot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Implemented IBM Watson Assistant for conversational AI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Configured intents, entities, nodes, and slots effectively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customer interaction and support workflows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customer experience with instant, accurate responses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593280"/>
            <a:ext cx="5154484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7350" dirty="0"/>
          </a:p>
        </p:txBody>
      </p:sp>
      <p:sp>
        <p:nvSpPr>
          <p:cNvPr id="7" name="Text 5"/>
          <p:cNvSpPr/>
          <p:nvPr/>
        </p:nvSpPr>
        <p:spPr>
          <a:xfrm>
            <a:off x="6345476" y="3966071"/>
            <a:ext cx="5154484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by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Jaijyot Singh</a:t>
            </a:r>
            <a:endParaRPr lang="en-US" sz="15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MBA Project  |  OLA Electric Chatbot  |  IBM Watson Assistant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484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Lora</vt:lpstr>
      <vt:lpstr>Source Sans 3</vt:lpstr>
      <vt:lpstr>Calibri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2</cp:revision>
  <dcterms:created xsi:type="dcterms:W3CDTF">2026-09-04T17:50:13Z</dcterms:created>
  <dcterms:modified xsi:type="dcterms:W3CDTF">2026-09-04T18:04:19Z</dcterms:modified>
</cp:coreProperties>
</file>